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IQBRAVE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Management System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Based Training Project Progress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H.M.S.J.Herath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MMW/22/B2/21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IQBRAVE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1188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IQBRAVE?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6459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specialized Learning Management System designed for </a:t>
            </a:r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NVQ-based vocational education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37744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23774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Stakeholders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283464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Instructors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Assessors 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411480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41148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Purpose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4572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platform for course management, multi-level assessment, and digital certification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IQBRAVE is Needed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System Problems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9144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630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or semi-digital assessment processes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9144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574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Delays in grading and verification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9144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517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of transparency in assessment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246120"/>
            <a:ext cx="9144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2461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coordination between instructors and assessors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023360"/>
            <a:ext cx="7863840" cy="822960"/>
          </a:xfrm>
          <a:prstGeom prst="rect">
            <a:avLst/>
          </a:prstGeom>
          <a:solidFill>
            <a:srgbClr val="1C7293">
              <a:alpha val="9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114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IQBRAVE LMS with automated workflows and multi-tier verification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Aim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7863840" cy="822960"/>
          </a:xfrm>
          <a:prstGeom prst="rect">
            <a:avLst/>
          </a:prstGeom>
          <a:solidFill>
            <a:srgbClr val="00A896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71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a robust LMS supporting NVQ-based education through structured multi-tier assessment workflows and competency tracking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Objectives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7432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hierarchical course management system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20040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32004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multi-level assessment workflows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65760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36576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role-based access control system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11480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114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41148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competency tracking features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4572000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572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45720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secure QR-based digital certificates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2468880" cy="3200400"/>
          </a:xfrm>
          <a:prstGeom prst="rect">
            <a:avLst/>
          </a:prstGeom>
          <a:solidFill>
            <a:srgbClr val="00A896">
              <a:alpha val="95000"/>
            </a:srgbClr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80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Layer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Tailwind CSS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Alpine.js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Responsive Design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1097280"/>
            <a:ext cx="2468880" cy="3200400"/>
          </a:xfrm>
          <a:prstGeom prst="rect">
            <a:avLst/>
          </a:prstGeom>
          <a:solidFill>
            <a:srgbClr val="1C7293">
              <a:alpha val="95000"/>
            </a:srgbClr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280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Layer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0" y="1828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Laravel Framework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API Development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2743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Business Logic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097280"/>
            <a:ext cx="2468880" cy="3200400"/>
          </a:xfrm>
          <a:prstGeom prst="rect">
            <a:avLst/>
          </a:prstGeom>
          <a:solidFill>
            <a:srgbClr val="21295C">
              <a:alpha val="95000"/>
            </a:srgbClr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280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Layer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1828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MySQL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Models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2743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Relationships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Modular, Scalable, and Maintainable Architecture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NVQ Verification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01168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011680" cy="320040"/>
          </a:xfrm>
          <a:prstGeom prst="rect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2011680" cy="1828800"/>
          </a:xfrm>
          <a:prstGeom prst="rect">
            <a:avLst/>
          </a:prstGeom>
          <a:solidFill>
            <a:srgbClr val="F2F2F2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11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Submits Assignment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5603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upload with deadline enforcement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rot="16200000">
            <a:off x="2514600" y="2560320"/>
            <a:ext cx="182880" cy="274320"/>
          </a:xfrm>
          <a:prstGeom prst="rtTriangle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2697480" y="1097280"/>
            <a:ext cx="201168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2697480" y="1097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2697480" y="1554480"/>
            <a:ext cx="2011680" cy="320040"/>
          </a:xfrm>
          <a:prstGeom prst="rect">
            <a:avLst/>
          </a:prstGeom>
          <a:solidFill>
            <a:srgbClr val="2C5F2D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697480" y="1554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97480" y="1874520"/>
            <a:ext cx="2011680" cy="1828800"/>
          </a:xfrm>
          <a:prstGeom prst="rect">
            <a:avLst/>
          </a:prstGeom>
          <a:solidFill>
            <a:srgbClr val="F2F2F2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88920" y="2011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Grades Submission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88920" y="25603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Rubric-based grading, marks pending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 rot="16200000">
            <a:off x="4754880" y="2560320"/>
            <a:ext cx="182880" cy="274320"/>
          </a:xfrm>
          <a:prstGeom prst="rtTriangle">
            <a:avLst/>
          </a:prstGeom>
          <a:solidFill>
            <a:srgbClr val="2C5F2D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0" y="1097280"/>
            <a:ext cx="2011680" cy="4572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1097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4937760" y="1554480"/>
            <a:ext cx="2011680" cy="320040"/>
          </a:xfrm>
          <a:prstGeom prst="rect">
            <a:avLst/>
          </a:prstGeom>
          <a:solidFill>
            <a:srgbClr val="B85042">
              <a:alpha val="7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1554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1874520"/>
            <a:ext cx="2011680" cy="1828800"/>
          </a:xfrm>
          <a:prstGeom prst="rect">
            <a:avLst/>
          </a:prstGeom>
          <a:solidFill>
            <a:srgbClr val="F2F2F2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2011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Verifies Grade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0" y="25603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NVQ compliance check, approves/rejects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 rot="16200000">
            <a:off x="6995160" y="2560320"/>
            <a:ext cx="182880" cy="274320"/>
          </a:xfrm>
          <a:prstGeom prst="rtTriangle">
            <a:avLst/>
          </a:prstGeom>
          <a:solidFill>
            <a:srgbClr val="B85042"/>
          </a:solidFill>
          <a:ln/>
        </p:spPr>
      </p:sp>
      <p:sp>
        <p:nvSpPr>
          <p:cNvPr id="28" name="Shape 26"/>
          <p:cNvSpPr/>
          <p:nvPr/>
        </p:nvSpPr>
        <p:spPr>
          <a:xfrm>
            <a:off x="7178040" y="1097280"/>
            <a:ext cx="2011680" cy="4572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9" name="Text 27"/>
          <p:cNvSpPr/>
          <p:nvPr/>
        </p:nvSpPr>
        <p:spPr>
          <a:xfrm>
            <a:off x="7178040" y="1097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7178040" y="1554480"/>
            <a:ext cx="2011680" cy="320040"/>
          </a:xfrm>
          <a:prstGeom prst="rect">
            <a:avLst/>
          </a:prstGeom>
          <a:solidFill>
            <a:srgbClr val="D4A017">
              <a:alpha val="7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178040" y="1554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178040" y="1874520"/>
            <a:ext cx="2011680" cy="1828800"/>
          </a:xfrm>
          <a:prstGeom prst="rect">
            <a:avLst/>
          </a:prstGeom>
          <a:solidFill>
            <a:srgbClr val="F2F2F2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69480" y="2011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269480" y="25603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QR-verified PDF issued to student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States: Pending → Graded → Assessor Reviewed → Verified → Certificate Issued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Completed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Management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1508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structure with modules and units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System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2697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Multi-level grading and verification workflow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3474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Management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 (Student, Instructor, Assessor)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303520" y="1097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Competency Tracking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03520" y="1508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student progress against NVQ standards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28600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0352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Certificates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03520" y="2697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QR-code based secure PDF generation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47472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303520" y="3474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&amp; Reports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303520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analytics and progress monitoring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2860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Framework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08960" y="11887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93776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MVC architecture, robust ORM, security features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22860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659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Styling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0" y="1965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Utility-first, responsive, modern design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743200"/>
            <a:ext cx="22860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43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Interactivity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08960" y="2743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Alpine.js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2743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Lightweight, reactive, easy integration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22860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5204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08960" y="3520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3520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data, ACID compliance, reliability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389120"/>
            <a:ext cx="7863840" cy="548640"/>
          </a:xfrm>
          <a:prstGeom prst="rect">
            <a:avLst/>
          </a:prstGeom>
          <a:solidFill>
            <a:srgbClr val="00A896">
              <a:alpha val="9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technologies chosen for simplicity, performance, and ease of maintenance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Timeline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795528" y="1280160"/>
            <a:ext cx="18288" cy="4572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097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&amp; Design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1097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days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1097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Complete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1783080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Shape 8"/>
          <p:cNvSpPr/>
          <p:nvPr/>
        </p:nvSpPr>
        <p:spPr>
          <a:xfrm>
            <a:off x="795528" y="1920240"/>
            <a:ext cx="18288" cy="4572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1737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&amp; Analysis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1737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days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1737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Complete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2423160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Shape 13"/>
          <p:cNvSpPr/>
          <p:nvPr/>
        </p:nvSpPr>
        <p:spPr>
          <a:xfrm>
            <a:off x="795528" y="2560320"/>
            <a:ext cx="18288" cy="4572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2377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Development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2377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days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Complete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3063240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Shape 18"/>
          <p:cNvSpPr/>
          <p:nvPr/>
        </p:nvSpPr>
        <p:spPr>
          <a:xfrm>
            <a:off x="795528" y="3200400"/>
            <a:ext cx="18288" cy="4572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3017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Development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3017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days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Complete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3703320"/>
            <a:ext cx="137160" cy="1371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Shape 23"/>
          <p:cNvSpPr/>
          <p:nvPr/>
        </p:nvSpPr>
        <p:spPr>
          <a:xfrm>
            <a:off x="795528" y="3840480"/>
            <a:ext cx="18288" cy="4572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3657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&amp; Testing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0" y="3657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days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17920" y="3657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In Progress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1520" y="4343400"/>
            <a:ext cx="137160" cy="137160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30" name="Text 28"/>
          <p:cNvSpPr/>
          <p:nvPr/>
        </p:nvSpPr>
        <p:spPr>
          <a:xfrm>
            <a:off x="1097280" y="4297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Testing &amp; Deployment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0" y="4297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days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17920" y="4297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 Upcoming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Duration: ~125 days (Oct 2025 - Apr 2026)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Demo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Demonstrate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6576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4630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Dashboard - View enrolled courses and assignments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36576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19659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Submission - Upload files with deadline tracking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468880"/>
            <a:ext cx="36576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4688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 Grading Interface - Rubric-based evaluation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2971800"/>
            <a:ext cx="36576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29718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Assessor Verification - NVQ compliance checking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3474720"/>
            <a:ext cx="36576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3474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Generation - QR-code verified PDF output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3977640"/>
            <a:ext cx="36576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39776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36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Competency Tracking - Visual progress indicators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480560"/>
            <a:ext cx="7863840" cy="548640"/>
          </a:xfrm>
          <a:prstGeom prst="rect">
            <a:avLst/>
          </a:prstGeom>
          <a:solidFill>
            <a:srgbClr val="00A896">
              <a:alpha val="9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Live demonstration showing complete workflow from submission to certification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Next Steps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We've Achieved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Complete NVQ-compliant LMS with multi-tier verification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Fully functional course and assessment management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Automated certificate generation with QR verification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Work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Final testing and bug fixes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 acceptance testing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Deployment and training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0" y="4663440"/>
            <a:ext cx="5486400" cy="3657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4663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your attention!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IQBRAVE LMS - Progress Presentation</dc:title>
  <dc:subject>PptxGenJS Presentation</dc:subject>
  <dc:creator>H.M.S.J.Herath</dc:creator>
  <cp:lastModifiedBy>H.M.S.J.Herath</cp:lastModifiedBy>
  <cp:revision>1</cp:revision>
  <dcterms:created xsi:type="dcterms:W3CDTF">2026-04-06T16:36:18Z</dcterms:created>
  <dcterms:modified xsi:type="dcterms:W3CDTF">2026-04-06T16:36:18Z</dcterms:modified>
</cp:coreProperties>
</file>